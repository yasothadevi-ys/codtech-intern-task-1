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CUSTOMER DEMOGRAPHICS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560320"/>
            <a:ext cx="9875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2300"/>
            </a:pPr>
            <a:r>
              <a:t>Data Analytics Internship Project</a:t>
            </a:r>
          </a:p>
          <a:p>
            <a:pPr algn="ctr">
              <a:spcAft>
                <a:spcPts val="1000"/>
              </a:spcAft>
              <a:defRPr sz="2000"/>
            </a:pPr>
            <a:r>
              <a:t>Name: Yasothadevi</a:t>
            </a:r>
          </a:p>
          <a:p>
            <a:pPr algn="ctr">
              <a:spcAft>
                <a:spcPts val="1000"/>
              </a:spcAft>
              <a:defRPr sz="2000"/>
            </a:pPr>
            <a:r>
              <a:t>Intern ID: CMSCV0VPN1</a:t>
            </a:r>
          </a:p>
          <a:p>
            <a:pPr algn="ctr">
              <a:spcAft>
                <a:spcPts val="1000"/>
              </a:spcAft>
              <a:defRPr sz="2000"/>
            </a:pPr>
            <a:r>
              <a:t>CODTECH IT SOLUTIONS PVT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Customer demographics describe the characteristics of a customer population.</a:t>
            </a:r>
          </a:p>
          <a:p>
            <a:pPr>
              <a:spcAft>
                <a:spcPts val="1200"/>
              </a:spcAft>
              <a:defRPr sz="1900"/>
            </a:pPr>
            <a:r>
              <a:t>Typical variables include age, gender, location, income, education and occupation.</a:t>
            </a:r>
          </a:p>
          <a:p>
            <a:pPr>
              <a:spcAft>
                <a:spcPts val="1200"/>
              </a:spcAft>
              <a:defRPr sz="1900"/>
            </a:pPr>
            <a:r>
              <a:t>Demographic analysis helps businesses understand who their customers are.</a:t>
            </a:r>
          </a:p>
          <a:p>
            <a:pPr>
              <a:spcAft>
                <a:spcPts val="1200"/>
              </a:spcAft>
              <a:defRPr sz="1900"/>
            </a:pPr>
            <a:r>
              <a:t>It supports customer segmentation, targeted marketing and better decision-making.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About CODTECH IT SOLUTIONS PVT LTD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CODTECH IT SOLUTIONS provides digital and technology solutions for businesses.</a:t>
            </a:r>
          </a:p>
          <a:p>
            <a:pPr>
              <a:spcAft>
                <a:spcPts val="1200"/>
              </a:spcAft>
              <a:defRPr sz="1900"/>
            </a:pPr>
            <a:r>
              <a:t>The company offers website and application development, digital marketing and analytics-related services.</a:t>
            </a:r>
          </a:p>
          <a:p>
            <a:pPr>
              <a:spcAft>
                <a:spcPts val="1200"/>
              </a:spcAft>
              <a:defRPr sz="1900"/>
            </a:pPr>
            <a:r>
              <a:t>It also provides student internship and training opportunities.</a:t>
            </a:r>
          </a:p>
          <a:p>
            <a:pPr>
              <a:spcAft>
                <a:spcPts val="1200"/>
              </a:spcAft>
              <a:defRPr sz="1900"/>
            </a:pPr>
            <a:r>
              <a:t>The project develops practical data-analysis skills through a customer-focused study.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Project: Customer Demographics Study</a:t>
            </a:r>
          </a:p>
          <a:p>
            <a:pPr>
              <a:spcAft>
                <a:spcPts val="1200"/>
              </a:spcAft>
              <a:defRPr sz="1900"/>
            </a:pPr>
            <a:r>
              <a:t>Domain: Data Analytics</a:t>
            </a:r>
          </a:p>
          <a:p>
            <a:pPr>
              <a:spcAft>
                <a:spcPts val="1200"/>
              </a:spcAft>
              <a:defRPr sz="1900"/>
            </a:pPr>
            <a:r>
              <a:t>Focus: Explore customer characteristics and identify meaningful patterns.</a:t>
            </a:r>
          </a:p>
          <a:p>
            <a:pPr>
              <a:spcAft>
                <a:spcPts val="1200"/>
              </a:spcAft>
              <a:defRPr sz="1900"/>
            </a:pPr>
            <a:r>
              <a:t>Output: Cleaned data, descriptive analysis, visualizations and actionable insights.</a:t>
            </a:r>
          </a:p>
          <a:p>
            <a:pPr>
              <a:spcAft>
                <a:spcPts val="1200"/>
              </a:spcAft>
              <a:defRPr sz="1900"/>
            </a:pPr>
            <a:r>
              <a:t>Sample dataset used for demonstration and learning purposes.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Businesses may have customer data but lack a clear demographic profile.</a:t>
            </a:r>
          </a:p>
          <a:p>
            <a:pPr>
              <a:spcAft>
                <a:spcPts val="1200"/>
              </a:spcAft>
              <a:defRPr sz="1900"/>
            </a:pPr>
            <a:r>
              <a:t>Unorganized customer information can make segmentation difficult.</a:t>
            </a:r>
          </a:p>
          <a:p>
            <a:pPr>
              <a:spcAft>
                <a:spcPts val="1200"/>
              </a:spcAft>
              <a:defRPr sz="1900"/>
            </a:pPr>
            <a:r>
              <a:t>The study analyzes demographic variables to reveal customer distribution and patterns.</a:t>
            </a:r>
          </a:p>
          <a:p>
            <a:pPr>
              <a:spcAft>
                <a:spcPts val="1200"/>
              </a:spcAft>
              <a:defRPr sz="1900"/>
            </a:pPr>
            <a:r>
              <a:t>Insights can help businesses design more relevant products, services and campaigns.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 of the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To identify the major demographic characteristics of customers.</a:t>
            </a:r>
          </a:p>
          <a:p>
            <a:pPr>
              <a:spcAft>
                <a:spcPts val="1200"/>
              </a:spcAft>
              <a:defRPr sz="1900"/>
            </a:pPr>
            <a:r>
              <a:t>To analyze customer distribution by age, gender, income and location.</a:t>
            </a:r>
          </a:p>
          <a:p>
            <a:pPr>
              <a:spcAft>
                <a:spcPts val="1200"/>
              </a:spcAft>
              <a:defRPr sz="1900"/>
            </a:pPr>
            <a:r>
              <a:t>To visualize demographic patterns using charts and graphs.</a:t>
            </a:r>
          </a:p>
          <a:p>
            <a:pPr>
              <a:spcAft>
                <a:spcPts val="1200"/>
              </a:spcAft>
              <a:defRPr sz="1900"/>
            </a:pPr>
            <a:r>
              <a:t>To identify useful customer segments.</a:t>
            </a:r>
          </a:p>
          <a:p>
            <a:pPr>
              <a:spcAft>
                <a:spcPts val="1200"/>
              </a:spcAft>
              <a:defRPr sz="1900"/>
            </a:pPr>
            <a:r>
              <a:t>To support data-driven marketing and business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Importance of Customer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Customer Segmentation – group customers with similar characteristics.</a:t>
            </a:r>
          </a:p>
          <a:p>
            <a:pPr>
              <a:spcAft>
                <a:spcPts val="1200"/>
              </a:spcAft>
              <a:defRPr sz="1900"/>
            </a:pPr>
            <a:r>
              <a:t>Targeted Marketing – communicate with relevant customer groups.</a:t>
            </a:r>
          </a:p>
          <a:p>
            <a:pPr>
              <a:spcAft>
                <a:spcPts val="1200"/>
              </a:spcAft>
              <a:defRPr sz="1900"/>
            </a:pPr>
            <a:r>
              <a:t>Product Planning – understand different customer needs.</a:t>
            </a:r>
          </a:p>
          <a:p>
            <a:pPr>
              <a:spcAft>
                <a:spcPts val="1200"/>
              </a:spcAft>
              <a:defRPr sz="1900"/>
            </a:pPr>
            <a:r>
              <a:t>Business Strategy – allocate resources using evidence from data.</a:t>
            </a:r>
          </a:p>
          <a:p>
            <a:pPr>
              <a:spcAft>
                <a:spcPts val="1200"/>
              </a:spcAft>
              <a:defRPr sz="1900"/>
            </a:pPr>
            <a:r>
              <a:t>Customer Experience – create more suitable offers and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Collection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Sample size: 100 customer records.</a:t>
            </a:r>
          </a:p>
          <a:p>
            <a:pPr>
              <a:spcAft>
                <a:spcPts val="1200"/>
              </a:spcAft>
              <a:defRPr sz="1900"/>
            </a:pPr>
            <a:r>
              <a:t>Variables: Customer ID, Age, Gender, Location, Education, Occupation and Annual Income.</a:t>
            </a:r>
          </a:p>
          <a:p>
            <a:pPr>
              <a:spcAft>
                <a:spcPts val="1200"/>
              </a:spcAft>
              <a:defRPr sz="1900"/>
            </a:pPr>
            <a:r>
              <a:t>Data source: Demonstration dataset prepared for the internship project.</a:t>
            </a:r>
          </a:p>
          <a:p>
            <a:pPr>
              <a:spcAft>
                <a:spcPts val="1200"/>
              </a:spcAft>
              <a:defRPr sz="1900"/>
            </a:pPr>
            <a:r>
              <a:t>Data was structured in tabular form for analysis.</a:t>
            </a:r>
          </a:p>
          <a:p>
            <a:pPr>
              <a:spcAft>
                <a:spcPts val="1200"/>
              </a:spcAft>
              <a:defRPr sz="1900"/>
            </a:pPr>
            <a:r>
              <a:t>Personal identifiers were excluded from the analytical findings.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Demographic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Age – identifies different customer age groups.</a:t>
            </a:r>
          </a:p>
          <a:p>
            <a:pPr>
              <a:spcAft>
                <a:spcPts val="1200"/>
              </a:spcAft>
              <a:defRPr sz="1900"/>
            </a:pPr>
            <a:r>
              <a:t>Gender – examines the distribution of customers.</a:t>
            </a:r>
          </a:p>
          <a:p>
            <a:pPr>
              <a:spcAft>
                <a:spcPts val="1200"/>
              </a:spcAft>
              <a:defRPr sz="1900"/>
            </a:pPr>
            <a:r>
              <a:t>Location – identifies geographic concentration.</a:t>
            </a:r>
          </a:p>
          <a:p>
            <a:pPr>
              <a:spcAft>
                <a:spcPts val="1200"/>
              </a:spcAft>
              <a:defRPr sz="1900"/>
            </a:pPr>
            <a:r>
              <a:t>Education – shows educational background.</a:t>
            </a:r>
          </a:p>
          <a:p>
            <a:pPr>
              <a:spcAft>
                <a:spcPts val="1200"/>
              </a:spcAft>
              <a:defRPr sz="1900"/>
            </a:pPr>
            <a:r>
              <a:t>Occupation – describes professional categories.</a:t>
            </a:r>
          </a:p>
          <a:p>
            <a:pPr>
              <a:spcAft>
                <a:spcPts val="1200"/>
              </a:spcAft>
              <a:defRPr sz="1900"/>
            </a:pPr>
            <a:r>
              <a:t>Income – supports purchasing-power segmentation.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Cleaning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Checked for missing values and inconsistent entries.</a:t>
            </a:r>
          </a:p>
          <a:p>
            <a:pPr>
              <a:spcAft>
                <a:spcPts val="1200"/>
              </a:spcAft>
              <a:defRPr sz="1900"/>
            </a:pPr>
            <a:r>
              <a:t>Removed duplicate customer records.</a:t>
            </a:r>
          </a:p>
          <a:p>
            <a:pPr>
              <a:spcAft>
                <a:spcPts val="1200"/>
              </a:spcAft>
              <a:defRPr sz="1900"/>
            </a:pPr>
            <a:r>
              <a:t>Standardized categories such as gender, location and occupation.</a:t>
            </a:r>
          </a:p>
          <a:p>
            <a:pPr>
              <a:spcAft>
                <a:spcPts val="1200"/>
              </a:spcAft>
              <a:defRPr sz="1900"/>
            </a:pPr>
            <a:r>
              <a:t>Grouped numerical variables into meaningful ranges where appropriate.</a:t>
            </a:r>
          </a:p>
          <a:p>
            <a:pPr>
              <a:spcAft>
                <a:spcPts val="1200"/>
              </a:spcAft>
              <a:defRPr sz="1900"/>
            </a:pPr>
            <a:r>
              <a:t>Prepared the final dataset for descriptive analysis and visualization.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Analysis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Step 1: Collect and understand the dataset.</a:t>
            </a:r>
          </a:p>
          <a:p>
            <a:pPr>
              <a:spcAft>
                <a:spcPts val="1200"/>
              </a:spcAft>
              <a:defRPr sz="1900"/>
            </a:pPr>
            <a:r>
              <a:t>Step 2: Clean and preprocess the data.</a:t>
            </a:r>
          </a:p>
          <a:p>
            <a:pPr>
              <a:spcAft>
                <a:spcPts val="1200"/>
              </a:spcAft>
              <a:defRPr sz="1900"/>
            </a:pPr>
            <a:r>
              <a:t>Step 3: Perform descriptive analysis using counts, percentages and averages.</a:t>
            </a:r>
          </a:p>
          <a:p>
            <a:pPr>
              <a:spcAft>
                <a:spcPts val="1200"/>
              </a:spcAft>
              <a:defRPr sz="1900"/>
            </a:pPr>
            <a:r>
              <a:t>Step 4: Create visualizations to compare demographic groups.</a:t>
            </a:r>
          </a:p>
          <a:p>
            <a:pPr>
              <a:spcAft>
                <a:spcPts val="1200"/>
              </a:spcAft>
              <a:defRPr sz="1900"/>
            </a:pPr>
            <a:r>
              <a:t>Step 5: Interpret patterns and communicate business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Distribution by Age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8798" y="3549015"/>
            <a:ext cx="1086307" cy="22117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7358" y="5852159"/>
            <a:ext cx="126918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18–25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3902" y="1828800"/>
            <a:ext cx="1086307" cy="3931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2462" y="5852159"/>
            <a:ext cx="126918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26–35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9006" y="2688907"/>
            <a:ext cx="1086307" cy="30718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7566" y="5852159"/>
            <a:ext cx="126918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36–45</a:t>
            </a:r>
          </a:p>
        </p:txBody>
      </p:sp>
      <p:sp>
        <p:nvSpPr>
          <p:cNvPr id="9" name="Rectangle 8"/>
          <p:cNvSpPr/>
          <p:nvPr/>
        </p:nvSpPr>
        <p:spPr>
          <a:xfrm>
            <a:off x="7284110" y="3917632"/>
            <a:ext cx="1086307" cy="184308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2670" y="5852159"/>
            <a:ext cx="126918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46–55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59214" y="4531995"/>
            <a:ext cx="1086307" cy="12287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7774" y="5852159"/>
            <a:ext cx="126918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56+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Distribution by Gender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655064" y="1828800"/>
            <a:ext cx="1810512" cy="3931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3624" y="5852159"/>
            <a:ext cx="19933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Female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46903" y="1910715"/>
            <a:ext cx="1810512" cy="38500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5464" y="5852159"/>
            <a:ext cx="19933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Male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38744" y="5351145"/>
            <a:ext cx="1810512" cy="4095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7304" y="5852159"/>
            <a:ext cx="19933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The 26–35 age group represents the largest segment in the sample dataset.</a:t>
            </a:r>
          </a:p>
          <a:p>
            <a:pPr>
              <a:spcAft>
                <a:spcPts val="1200"/>
              </a:spcAft>
              <a:defRPr sz="1900"/>
            </a:pPr>
            <a:r>
              <a:t>The customer base shows a broadly balanced male and female distribution.</a:t>
            </a:r>
          </a:p>
          <a:p>
            <a:pPr>
              <a:spcAft>
                <a:spcPts val="1200"/>
              </a:spcAft>
              <a:defRPr sz="1900"/>
            </a:pPr>
            <a:r>
              <a:t>Demographic segmentation can reveal groups that may respond differently to marketing.</a:t>
            </a:r>
          </a:p>
          <a:p>
            <a:pPr>
              <a:spcAft>
                <a:spcPts val="1200"/>
              </a:spcAft>
              <a:defRPr sz="1900"/>
            </a:pPr>
            <a:r>
              <a:t>Combining age, income and location can create more useful customer segments.</a:t>
            </a:r>
          </a:p>
          <a:p>
            <a:pPr>
              <a:spcAft>
                <a:spcPts val="1200"/>
              </a:spcAft>
              <a:defRPr sz="1900"/>
            </a:pPr>
            <a:r>
              <a:t>Visual dashboards make demographic patterns easier for decision-makers to understand.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Customer demographics provide a strong foundation for understanding a customer base.</a:t>
            </a:r>
          </a:p>
          <a:p>
            <a:pPr>
              <a:spcAft>
                <a:spcPts val="1200"/>
              </a:spcAft>
              <a:defRPr sz="1900"/>
            </a:pPr>
            <a:r>
              <a:t>The study demonstrates how data cleaning, descriptive statistics and visualization can convert raw data into insights.</a:t>
            </a:r>
          </a:p>
          <a:p>
            <a:pPr>
              <a:spcAft>
                <a:spcPts val="1200"/>
              </a:spcAft>
              <a:defRPr sz="1900"/>
            </a:pPr>
            <a:r>
              <a:t>Future scope: add purchase history, customer lifetime value and behavior data.</a:t>
            </a:r>
          </a:p>
          <a:p>
            <a:pPr>
              <a:spcAft>
                <a:spcPts val="1200"/>
              </a:spcAft>
              <a:defRPr sz="1900"/>
            </a:pPr>
            <a:r>
              <a:t>Future scope: build an interactive Power BI/Tableau dashboard and apply predictive analytics.</a:t>
            </a:r>
          </a:p>
          <a:p>
            <a:pPr>
              <a:spcAft>
                <a:spcPts val="1200"/>
              </a:spcAft>
              <a:defRPr sz="1900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Yasothadevi | Intern ID: CMSCV0VPN1 | CODTECH IT SOLUTIONS PVT LTD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